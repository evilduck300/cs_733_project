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Detection of Tow-Gap Defects</a:t>
            </a:r>
          </a:p>
          <a:p>
            <a:r>
              <a:t>in Cross-Ply Composites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Ahmad Ravangard, Nathan Sage, Aamr Ibrahim</a:t>
            </a:r>
          </a:p>
          <a:p>
            <a:r>
              <a:t>Date: December 7, 2025</a:t>
            </a:r>
          </a:p>
          <a:p/>
          <a:p>
            <a:r>
              <a:t>A computer-vision pipeline for identifying and characterizing tow-gap defects in AFP laminates.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Tow-Gap Detection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Tow-gaps reduce fiber volume fraction, introducing resin-rich pockets and weakening mechanical performance.</a:t>
            </a:r>
          </a:p>
          <a:p>
            <a:r>
              <a:t>- Research shows significant decreases in compressive &amp; tensile strength when tow-gaps are present.</a:t>
            </a:r>
          </a:p>
          <a:p>
            <a:r>
              <a:t>- Manual inspection is slow and inconsistent—automated, real‑time inspection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 for AFP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Enables real-time, inline monitoring during manufacturing.</a:t>
            </a:r>
          </a:p>
          <a:p>
            <a:r>
              <a:t>- Reduces operator variability and risk of overlooked defects.</a:t>
            </a:r>
          </a:p>
          <a:p>
            <a:r>
              <a:t>- Deep learning systems detect sub‑millimeter defects at production speeds.</a:t>
            </a:r>
          </a:p>
          <a:p>
            <a:r>
              <a:t>- 3D methods and synthetic data further increase robustness.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Images divided into 512×512 patches to balance context and detail.</a:t>
            </a:r>
          </a:p>
          <a:p>
            <a:r>
              <a:t>- Tow gaps polygon‑annotated in LabelMe, converted to pixel-accurate masks.</a:t>
            </a:r>
          </a:p>
          <a:p>
            <a:r>
              <a:t>- Dataset includes both defective and defect‑free tiles.</a:t>
            </a:r>
          </a:p>
          <a:p>
            <a:r>
              <a:t>- Augmentations: rotation, perspective, lighting, contrast adjustments.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Summary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Lightweight UNet with ResNet34 encoder.</a:t>
            </a:r>
          </a:p>
          <a:p>
            <a:r>
              <a:t>- Metrics: IoU, Dice/F1, Precision, Recall, geometric accuracy.</a:t>
            </a:r>
          </a:p>
          <a:p>
            <a:r>
              <a:t>- Achieved 97% true‑positive rate.</a:t>
            </a:r>
          </a:p>
          <a:p>
            <a:r>
              <a:t>- Fast enough for near real‑time AFP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