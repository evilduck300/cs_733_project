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mail:fchang.xu; shiping.chen; surya.nepal g@data61.csiro.au. D. Wang is with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Audience: Advanced</a:t>
            </a:r>
          </a:p>
          <a:p>
            <a:r>
              <a:t>Based on retrieved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  <a:r>
              <a:rPr b="1" sz="1400"/>
              <a:t>• e- mail:fchang.</a:t>
            </a:r>
            <a:r>
              <a:rPr sz="1400"/>
              <a:t>xu; shiping.chen; surya.nepal g@data61.csiro.au. D. Wang is with the School of Information Technology, Deakin University, Burwood and Data61, CSIRO, Australia. e-mail: derekw@deakin.edu.au. D. C. Ranasinghe is with School of Information Technology, Deakin University, Australia and Data61, CSIRO, Australia. e-mail: derekw@deakin.edu.au. Cite as: Yansong Gao, Change Xu, Derui Wang, Shiping Chen, Damith C. Ranasinghe, and Surya Nepal. 2019. STRIP: A Defence Against Trojan Attacks on Deep Neural Networks. In 2019 Annual Com- puter Security Applications Conference (ACSAC ’19), December 9–13, 2019, San Juan, PR, USA. ACM, New York, NY , USA, 13 pages. https://doi.org/10.1145/3359789.3359790with opportunities to manipulate training data and/or models.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</a:p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  <a:r>
              <a:rPr b="1" sz="1400"/>
              <a:t>• Chen, S.</a:t>
            </a:r>
            <a:r>
              <a:rPr sz="1400"/>
              <a:t> Nepal are with Data61, CSIRO, Sydney, Australia. e- mail:fchang.xu; shiping.chen; surya.nepal g@data61.csiro.au. D. Wang is with the School of Information Technology, Deakin University, Burwood and Data61, CSIRO, Australia. e-mail: derekw@deakin.edu.au. D. C. Ranasinghe is with School of Information Technology, Deakin University, Australia and Data61, CSIRO, Australia. e-mail: derekw@deakin.edu.au. Cite as: Yansong Gao, Change Xu, Derui Wang, Shiping Chen, Damith C. Ranasinghe, and Surya Nepal. 2019. STRIP: A Defence Against Trojan Attacks on Deep Neural Networks. In 2019 Annual Com- puter Security Applications Conference (ACSAC ’19), December 9–13, 2019, San Juan, PR, USA. ACM, New York, NY , USA, 13 pages. https://doi.org/10.1145/3359789.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</a:p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  <a:r>
              <a:rPr b="1" sz="1400"/>
              <a:t>• Nepal are with Data61, CSIRO, Sydney, Australia.</a:t>
            </a:r>
            <a:r>
              <a:rPr sz="1400"/>
              <a:t> e- mail:fchang.xu; shiping.chen; surya.nepal g@data61.csiro.au. D. Wang is with the School of Information Technology, Deakin University, Burwood and Data61, CSIRO, Australia. e-mail: derekw@deakin.edu.au. D. C. Ranasinghe is with School of Information Technology, Deakin University, Australia and Data61, CSIRO, Australia. e-mail: derekw@deakin.edu.au. Cite as: Yansong Gao, Change Xu, Derui Wang, Shiping Chen, D...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  <a:r>
              <a:rPr b="1" sz="1400"/>
              <a:t>• Wang is with the School of Information Technology, Deakin University, Burwood and Data61, CSIRO, Australia.</a:t>
            </a:r>
            <a:r>
              <a:rPr sz="1400"/>
              <a:t> e-mail: derekw@deakin.edu.au. D. C. Ranasinghe is with School of Information Technology, Deakin University, Australia and Data61, CSIRO, Australia. e-mail: derekw@deakin.edu.au. Cite as: Yansong Gao, Change Xu, Derui Wang, Shiping Chen, Damith C. Ranasinghe, and Surya Nepal. 2019. STRIP: A Defence Against Trojan Attacks on Deep Neural Networks. In 2019 Annual Com- puter Security Applications Conference (ACSAC ’19), December 9–13, 2019, San Juan, PR, USA. ACM, New York, NY , USA, 13 pages. https://doi.org/10.1145/3359789.3359790with opportunities to manipulate training data and/or models.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</a:p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  <a:r>
              <a:rPr b="1" sz="1400"/>
              <a:t>• Gao is with the School of Computer Science and Engineering, Nanjing University of Science and Technology, Nanjing, China and Data61, CSIRO, Sydney, Australia.</a:t>
            </a:r>
            <a:r>
              <a:rPr sz="1400"/>
              <a:t> e-mail: yansong.gao@njust.edu.cn C. Xu, S. Chen, S. Nepal are with Data61, CSIRO, Sydney, Australia. e- mail:fchang.xu; shiping.chen; surya.nepal g@data61.csiro.au. D. Wang is with the School of Information Technology, Deakin University, Burwood and Data61, CSIRO, Australia. e-mail: derekw@deakin.edu.au. D. C. Ranasinghe is with School of Information Technology, Deakin University, Australia and Data61, CSIRO, Australia. e-mail: derekw@deakin.edu.au. Cite as: Yansong Gao, Change Xu, Derui Wang, Shiping Chen, Damith C. Ranasinghe, and Surya Nepal. 2019. STRIP: A Defence Against Trojan Attacks on Deep Neural Networks.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</a:p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  <a:r>
              <a:rPr b="1" sz="1400"/>
              <a:t>• e-mail: yansong.</a:t>
            </a:r>
            <a:r>
              <a:rPr sz="1400"/>
              <a:t>gao@njust.edu.cn C. Xu, S. Chen, S. Nepal are with Data61, CSIRO, Sydney, Australia. e- mail:fchang.xu; shiping.chen; surya.nepal g@data61.csiro.au. D. Wang is with the School of Information Technology, Deakin University, Burwood and Data61, CSIRO, Australia. e-mail: derekw@deakin.edu.au. D. C. Ranasinghe is with School of Information Technology, Deakin University, Australia and Data61, CSIRO, Australia. e-mail: derekw@deakin.edu.au. Cite as: Yansong Gao, Change Xu, Derui Wang, Shiping 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  <a:r>
              <a:rPr b="1" sz="1400"/>
              <a:t>• In 2019 Annual Com- puter Security Applications Conference (ACSAC ’19), December 9–13, 2019, San Juan, PR, USA.</a:t>
            </a:r>
            <a:r>
              <a:rPr sz="1400"/>
              <a:t> ACM, New York, NY , USA, 13 pages. https://doi.org/10.1145/3359789.3359790with opportunities to manipulate training data and/or models. Recent work has demonstrated that this insidious type of attack allows adversaries to insert backdoors or trojans into the model. The resulting trojaned model [6]–[10] behaves as normal for clean inputs; however, when the input is stamped with a trigger that is determined by and only known to the attacker, then the trojaned model misbehaves, e.g., classifying the input to a targeted class preset by the attacker.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</a:p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  <a:r>
              <a:rPr b="1" sz="1400"/>
              <a:t>• , pp.</a:t>
            </a:r>
            <a:r>
              <a:rPr sz="1400"/>
              <a:t> 323–332, 2012. [25] K. He, X. Zhang, S. Ren, and J. Sun, “Deep residual learning for image recognition,” in Proceedings of the IEEE conference on computer vision and pattern recognition , 2016, pp. 770–778. [26] D. Amodei, S. Ananthanarayanan, R. Anubhai, J. Bai, E. Battenberg, C. Case, J. Casper, B. Catanzaro, Q. Cheng, G. Chen et al. , “Deep speech 2: End-to-end speech recognition in english and mandarin,” in International Conference on Machine Learning , 2016, pp. 173–182. [27] Y . Kim, “Convolutional neural networks for sentence classiﬁcation,” arXiv preprint arXiv:1408.5882 , 2014. [28] L. Huang, A. D. Joseph, B. Nelson, B. I. Rubinstein, and J. Tygar, “Ad- versarial machine learning,” in Proceedings of the 4th ACM workshop on Security and artiﬁcial intelligence . ACM, 2011, pp.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</a:p>
          <a:p>
            <a:pPr>
              <a:lnSpc>
                <a:spcPct val="120000"/>
              </a:lnSpc>
              <a:spcAft>
                <a:spcPts val="600"/>
              </a:spcAft>
              <a:defRPr sz="1400"/>
            </a:pPr>
            <a:r>
              <a:rPr b="1" sz="1400"/>
              <a:t>• 1 2 3 4 5 6 7 8 9 0 10 20 30 40 50 60Probability (%) input digit = 7 0 1 2 3 4 5 6 7 8 9 0 20 40 60Probability (%) input digit = 0 0 1 2 3 4 5 6 7 8 9 0 20 40 60Probability (%) input digit = 3 0 1 2 3 4 5 6 7 8 9 0 20 40 60 80 100Probability (%) input digit = 7 0 1 2 3 4 5 6 7 8 9 0 20 40 60 80 100Probability (%) input digit = 0 0 1 2 3 4 5 6 7 8 9 0 20 40 60 80 100Probability (%) input digit = 3 Figure 5.</a:t>
            </a:r>
            <a:r>
              <a:rPr sz="1400"/>
              <a:t> Predicted digits’ distribution of 1000 perturbed images applied toone given clean/trojaned input image . Inputs of to...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